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558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14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1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515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14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3574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190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65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48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40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757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2449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471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267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5658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790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97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DC7F446-AD5B-4D3C-97C8-8522C3602969}" type="datetimeFigureOut">
              <a:rPr lang="fr-FR" smtClean="0"/>
              <a:t>12/11/2024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D0CB382-AE1F-481E-992F-22A36B25FF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943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A1E051-CA67-7411-7F82-6836D925A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Mise en place d’une solution de sauvegarde automatisée pour la base de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CCBC45-F904-89AF-CB0E-E91D591C2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46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F63CC-F8A5-1BE9-A93E-2C2D58AC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Création d’un dossier récepteur des sauvegardes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4D8F334-9B00-20AA-25E4-10F900EC6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88" y="3429000"/>
            <a:ext cx="2344865" cy="131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D0E9D34-73F0-89DC-9586-15A30A19F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449" y="1690688"/>
            <a:ext cx="1059730" cy="417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98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72605-E1CD-6F77-4831-6783E1A5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place de l’exportation de la base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5E0A030-E0C0-1218-FDA3-F3F7593D8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277" y="2099691"/>
            <a:ext cx="15049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FE4B2290-1B67-B565-059E-06D007F7A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277" y="2534983"/>
            <a:ext cx="5760720" cy="27755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404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2CEB53-6D39-8B28-C9F8-B91C11B5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Chiffrement des données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9414D7-1864-6C6F-E95F-BC3897B95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24" y="2168461"/>
            <a:ext cx="193357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6016D412-BDB0-1804-3E92-A15201143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24" y="2722626"/>
            <a:ext cx="5760720" cy="24917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63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6E77C-2F01-3A38-DD54-2402D662C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Sécurisation des transferts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D2195C9-0087-1DD9-13ED-F570719CA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4" y="2584704"/>
            <a:ext cx="2019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89D7D5DF-4450-A19C-3275-4F265C4CA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4" y="2965831"/>
            <a:ext cx="5760720" cy="2919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42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D193A-F894-0987-8295-C6F540AC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l’intégrité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40301A-C400-CE8D-61A7-8F797C054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13" y="2758059"/>
            <a:ext cx="17335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Une image contenant texte, Police, capture d’écran&#10;&#10;Description générée automatiquement">
            <a:extLst>
              <a:ext uri="{FF2B5EF4-FFF2-40B4-BE49-F238E27FC236}">
                <a16:creationId xmlns:a16="http://schemas.microsoft.com/office/drawing/2014/main" id="{AE453AE2-3903-3A16-663E-4E2BE4603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113" y="3318510"/>
            <a:ext cx="38100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9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043CE-5C45-B8A7-8B94-17AF54B7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Restoration</a:t>
            </a:r>
            <a:r>
              <a:rPr lang="fr-FR" dirty="0"/>
              <a:t> de la base de données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E765780-E98B-1187-B08D-8B74EE5D4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2552509"/>
            <a:ext cx="160020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1F620CF2-B70B-E3BC-0763-EB7757223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2852610"/>
            <a:ext cx="5760720" cy="329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68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D5AF1-4C41-7A1B-746C-5A9225D9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place de </a:t>
            </a:r>
            <a:r>
              <a:rPr lang="fr-FR" dirty="0" err="1"/>
              <a:t>cron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8EE286-325B-5ECB-A3F6-AD286AFFC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45611"/>
            <a:ext cx="933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AD52344-B52C-C316-5138-8F3BF4A25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53128"/>
            <a:ext cx="4410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1C39464-FC63-7669-4A47-C7361DC2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8044"/>
            <a:ext cx="3743325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576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TM04033929[[fn=Ardoise]]</Template>
  <TotalTime>7</TotalTime>
  <Words>47</Words>
  <Application>Microsoft Office PowerPoint</Application>
  <PresentationFormat>Grand écran</PresentationFormat>
  <Paragraphs>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Wingdings 2</vt:lpstr>
      <vt:lpstr>Ardoise</vt:lpstr>
      <vt:lpstr>Mise en place d’une solution de sauvegarde automatisée pour la base de données</vt:lpstr>
      <vt:lpstr>Création d’un dossier récepteur des sauvegardes</vt:lpstr>
      <vt:lpstr>Mise en place de l’exportation de la base</vt:lpstr>
      <vt:lpstr>Chiffrement des données</vt:lpstr>
      <vt:lpstr>Sécurisation des transferts</vt:lpstr>
      <vt:lpstr>Vérification de l’intégrité </vt:lpstr>
      <vt:lpstr>Restoration de la base de données</vt:lpstr>
      <vt:lpstr>Mise en place de cron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ADOLPHE Maxime</dc:creator>
  <cp:lastModifiedBy>ADOLPHE Maxime</cp:lastModifiedBy>
  <cp:revision>1</cp:revision>
  <dcterms:created xsi:type="dcterms:W3CDTF">2024-11-12T08:11:30Z</dcterms:created>
  <dcterms:modified xsi:type="dcterms:W3CDTF">2024-11-12T08:18:38Z</dcterms:modified>
</cp:coreProperties>
</file>